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1C14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Pour Co.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mobile cocktail catering for Austin's best events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Austin, TX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Launch Plan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97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 rot="900000">
            <a:off x="7772400" y="4114800"/>
            <a:ext cx="1188720" cy="731520"/>
          </a:xfrm>
          <a:prstGeom prst="rect">
            <a:avLst/>
          </a:prstGeom>
          <a:solidFill>
            <a:srgbClr val="C2410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Austin's booming event scene lacks premium craft cocktail experiences that match the city's sophisticated tastes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Wedding planners, corporate event managers, and private party hosts in Austin, TX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1005840"/>
            <a:ext cx="30175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05156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(Total Market)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37160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$1.2B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669280" y="23317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2377440"/>
            <a:ext cx="1417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669280" y="2606040"/>
            <a:ext cx="1417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$2.8B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9480" y="233172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ED7AA"/>
          </a:solidFill>
          <a:ln/>
        </p:spPr>
      </p:sp>
      <p:sp>
        <p:nvSpPr>
          <p:cNvPr id="15" name="Text 13"/>
          <p:cNvSpPr/>
          <p:nvPr/>
        </p:nvSpPr>
        <p:spPr>
          <a:xfrm>
            <a:off x="7269480" y="2377440"/>
            <a:ext cx="1417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69480" y="2606040"/>
            <a:ext cx="1417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$14.7M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0" y="338328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Growth: 12% annually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book a package online, choose from signature cocktail menus, and we arrive with a fully-equipped mobile bar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Us Different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craft cocktails and curated experiences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63240"/>
            <a:ext cx="320040" cy="32004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90672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30632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 Cocktails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spirits and custom recipes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3063240"/>
            <a:ext cx="320040" cy="32004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3090672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94760" y="30632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474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bartenders, setup, and cleanup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29718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FED7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3063240"/>
            <a:ext cx="320040" cy="32004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3090672"/>
            <a:ext cx="320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3063240"/>
            <a:ext cx="20116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Menus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347472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cocktail menus for your event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828800" cy="18288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1828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Viability Score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0" y="1188720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3840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Assessment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Austin's event industry is booming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 craft cocktail gap is real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Startup Feasibility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launch with $3-5K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Potential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$2K-8K per event at 60%+ margins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78/100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Peak wedding/event season starts in March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Market Trends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0" y="3749040"/>
            <a:ext cx="594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Couples shifting from open bar to curated cocktail experiences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73% of corporate event planners prefer unique food/drink experiences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Competitor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Advantage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Bar Cart ATX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$800-2,500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Budget-friendly, beer/wine focused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They don't do craft cocktails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Tipsy Trailer 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$1,500-4,000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Vintage trailer aesthetic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menu customization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ED7A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37033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We're the Premium craft cocktails and curated experiences for Wedding planners, corporate event m...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Startup Cost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0" y="10515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0972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$128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5303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Rev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Profit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Break-Even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Moderate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Aggressive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 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105156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ED7AA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0" y="1143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 Revenue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15544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$86K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943600" y="21945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(Moderate Scenario)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0" y="265176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3 events per month at ...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Launch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Starting capital: $4K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Location/space (if applicable)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Strategic partnerships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4-Week Launch Timeline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this together.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Pour Co. • Austin, TX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46634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SparkLocal.co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Austin Pour Co.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Austin Pour Co. - Business Launch Plan</dc:title>
  <dc:subject>Business Launch Presentation</dc:subject>
  <dc:creator>SparkLocal</dc:creator>
  <cp:lastModifiedBy>SparkLocal</cp:lastModifiedBy>
  <cp:revision>1</cp:revision>
  <dcterms:created xsi:type="dcterms:W3CDTF">2026-02-24T17:33:16Z</dcterms:created>
  <dcterms:modified xsi:type="dcterms:W3CDTF">2026-02-24T17:33:16Z</dcterms:modified>
</cp:coreProperties>
</file>